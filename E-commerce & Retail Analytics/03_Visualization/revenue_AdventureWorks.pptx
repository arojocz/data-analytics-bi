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Top 10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advancedSlicerVisual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Territory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Revenue vs profit by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by region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Gross Revenue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Margin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AdventureWorks Sales Intelligence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635ef45-5d4e-474c-9044-62b020723e94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81f144eb9aec4e77" /><Relationship Type="http://schemas.openxmlformats.org/officeDocument/2006/relationships/slideLayout" Target="/ppt/slideLayouts/slideLayout8.xml" Id="R5d95752964fb4958" /><Relationship Type="http://schemas.openxmlformats.org/officeDocument/2006/relationships/hyperlink" Target="https://app.powerbi.com/groups/me/reports/f635ef45-5d4e-474c-9044-62b020723e94/?pbi_source=PowerPoint" TargetMode="External" Id="RelId0" /><Relationship Type="http://schemas.openxmlformats.org/officeDocument/2006/relationships/image" Target="/ppt/media/image4.png" Id="imgId2943365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revenue_AdventureWorks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3/28/2026 6:47:54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3/28/2026 6:42:41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op 10 Revenue ,Revenue ,advancedSlicerVisual ,Territory ,Revenue vs profit by product ,Profit by region ,Gross Revenue ,Margin ,AdventureWorks Sales Intelligenc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9433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